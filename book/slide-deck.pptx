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99" d="100"/>
          <a:sy n="99" d="100"/>
        </p:scale>
        <p:origin x="392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DC04-2EA3-6EBF-E678-2830B4B04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6441E-B2DD-1B5D-82B1-8956830A1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2C6CF-B80D-8212-5D16-0AEB9E1E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56D31-7970-0CE6-5BE7-BE3E41A2F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20490-2239-43C3-1DDB-471FEF9C7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1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64F8-5E4F-CAD0-9339-1D56A17D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DA852-56E9-844F-D9AC-1A0A03A8F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14BCE-025C-3F08-5627-EBF9F868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3224E-C2CB-765C-6364-FB8CEFC4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B2087-565E-2A87-BEB8-CE0DA7750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03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64F7-4E7A-0BAD-0373-ED576F61D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F2D85-7F3F-A850-877D-786CFF4A7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B2046-5E80-9CD7-6FF4-BF2F98CDD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ECEC1-8161-E72D-9D01-59D595281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CC86E-6A7D-4B99-1A8D-95E1301F3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41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D393D-0622-396A-7B17-B2078432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DFD84-5890-09B8-8519-7BB640106F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52B42-1574-58F2-E1C1-C70CE4A44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41CD6-5773-5FAA-B547-5B7756FA4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97B23-0A4E-0D03-CD53-80B67833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7B6A0-6729-4532-C48C-900B94584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889F-B87E-D7CC-3B03-590D8FD5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3863B-082A-F36F-C2A5-603B260DE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85528-20C9-9FE3-E178-2F571FA52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FF34E-7B31-F8DF-9BC7-DFFE8441A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5A3356-F337-479C-76C8-BCEC07F40A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27CA0-128D-A064-5665-7F22481E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70945-5FBE-689D-4B34-3634D8E7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DD2590-F3B8-2CB7-2065-B9F537956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19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56FD-86BB-2D33-78C9-F205AF77C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7852F5-DFFC-8D69-6A46-62947706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DAB2AB-DF53-EC67-5749-ED0C59517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0CEFD6-9944-47A7-5DC6-85CDA10A8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5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9FB0D4-09B9-A8FB-62D5-0FD93A75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67929-DFDF-71B8-0BE7-1E82BC2C3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7AC47-D654-9432-1FC9-BFF2187F5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BEC66-B020-5879-D330-7101DF43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83A34-3CF1-6FE2-B15A-FE8E58494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9F5163-E338-1370-CFC2-BFB649DE2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ACC80-799A-2FF5-81CD-EB0BE4DB7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9A46D-1BB0-BF9B-A2EC-630A99D5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F13A1-D1A6-9AE2-28C0-0DEF3ADC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4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2F180-3010-D497-EA7A-5BE6E141A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F0A6D-8387-C80C-7844-B4C000EA9F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129B2-4326-423C-8910-906F5D66A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2FB61-71BA-A480-3DFD-49915F87B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EFDC1-3DA8-C246-3594-51DA2A390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2FE7E-9782-FF73-DF69-2B94F70D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6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3A95-D217-6FE0-B421-D57F253A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66D7C-78F6-5E26-3508-1E77DBD9C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DC8BF-AB25-3FBE-FFEA-61B50412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AE600-921F-4BA8-4955-2D40C66F8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1D9AC-3F43-562F-9A2C-A5C8DE9F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43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5428B3-9B15-556C-0814-3FEB51ACFE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46E23-CE3A-58EF-A5BC-577C69659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D6DE2-7D2A-C12A-CF03-8FA306E36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5B9B7-9C1E-5885-842D-574B1913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34A7B-F3DA-5A8E-E32E-2497966F1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1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D3E1D6-0B18-5C08-DFE9-A634A7327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71092-15B3-DE49-96E7-9971097BC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9385C-0369-5412-B82D-E73011ED4A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1566DC-CB86-CE4A-8E31-177027DAD8A3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EEEBE-FAEF-21E2-E640-C44846F127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E6C59-37E8-5DE6-0AE1-74E9F4285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FD505-74DF-994A-AC33-CABA67669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733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BBECB77C-4D03-01A1-EB68-B69A24B65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0661" y="758300"/>
            <a:ext cx="2857500" cy="2857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B12466-1166-AC54-C04C-E972114F5054}"/>
              </a:ext>
            </a:extLst>
          </p:cNvPr>
          <p:cNvSpPr/>
          <p:nvPr/>
        </p:nvSpPr>
        <p:spPr>
          <a:xfrm>
            <a:off x="1227455" y="4345374"/>
            <a:ext cx="973708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International Biometrics Society</a:t>
            </a:r>
          </a:p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Australasian Region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028170-A9FD-2DC4-BEDE-1BD400831D41}"/>
              </a:ext>
            </a:extLst>
          </p:cNvPr>
          <p:cNvSpPr/>
          <p:nvPr/>
        </p:nvSpPr>
        <p:spPr>
          <a:xfrm>
            <a:off x="4172754" y="929054"/>
            <a:ext cx="7659099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Biometrics in the Bush Capital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F3497D-DC10-CACB-04BE-C47CD7F0D8B0}"/>
              </a:ext>
            </a:extLst>
          </p:cNvPr>
          <p:cNvSpPr/>
          <p:nvPr/>
        </p:nvSpPr>
        <p:spPr>
          <a:xfrm>
            <a:off x="9234152" y="5928946"/>
            <a:ext cx="30608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#BIBC2025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F63AB5-E8EE-B3CF-43F9-0564810C0EA2}"/>
              </a:ext>
            </a:extLst>
          </p:cNvPr>
          <p:cNvSpPr txBox="1"/>
          <p:nvPr/>
        </p:nvSpPr>
        <p:spPr>
          <a:xfrm>
            <a:off x="3275757" y="6118766"/>
            <a:ext cx="4726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biometricsociety.org.au</a:t>
            </a:r>
            <a:endParaRPr lang="en-US" sz="2800" dirty="0"/>
          </a:p>
        </p:txBody>
      </p:sp>
      <p:pic>
        <p:nvPicPr>
          <p:cNvPr id="1028" name="Picture 4" descr="Bluesky Logo PNG Vectors Free Download">
            <a:extLst>
              <a:ext uri="{FF2B5EF4-FFF2-40B4-BE49-F238E27FC236}">
                <a16:creationId xmlns:a16="http://schemas.microsoft.com/office/drawing/2014/main" id="{8C982B1C-9198-38DF-BA1A-E1711588C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205" y="5274959"/>
            <a:ext cx="2185888" cy="21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1DB91B-014A-A3DB-AAC7-CD46994FC3C7}"/>
              </a:ext>
            </a:extLst>
          </p:cNvPr>
          <p:cNvSpPr txBox="1"/>
          <p:nvPr/>
        </p:nvSpPr>
        <p:spPr>
          <a:xfrm>
            <a:off x="3902708" y="3345368"/>
            <a:ext cx="8199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/>
              <a:t>biometricsociety.org.au</a:t>
            </a:r>
            <a:r>
              <a:rPr lang="en-US" sz="3600" dirty="0"/>
              <a:t>/conference2025</a:t>
            </a:r>
          </a:p>
        </p:txBody>
      </p:sp>
    </p:spTree>
    <p:extLst>
      <p:ext uri="{BB962C8B-B14F-4D97-AF65-F5344CB8AC3E}">
        <p14:creationId xmlns:p14="http://schemas.microsoft.com/office/powerpoint/2010/main" val="2973662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gold crown&#10;&#10;AI-generated content may be incorrect.">
            <a:extLst>
              <a:ext uri="{FF2B5EF4-FFF2-40B4-BE49-F238E27FC236}">
                <a16:creationId xmlns:a16="http://schemas.microsoft.com/office/drawing/2014/main" id="{BA8CC184-A22C-BCFF-68B3-E090E2EEE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490" y="2702087"/>
            <a:ext cx="5561708" cy="17885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7ACFB66-60D4-3BA7-0D8A-9F6DE28C31E6}"/>
              </a:ext>
            </a:extLst>
          </p:cNvPr>
          <p:cNvSpPr/>
          <p:nvPr/>
        </p:nvSpPr>
        <p:spPr>
          <a:xfrm>
            <a:off x="9234152" y="5928946"/>
            <a:ext cx="30608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#BIBC2025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B5C7AA-34E7-FD8C-EA99-165157FE767F}"/>
              </a:ext>
            </a:extLst>
          </p:cNvPr>
          <p:cNvSpPr txBox="1"/>
          <p:nvPr/>
        </p:nvSpPr>
        <p:spPr>
          <a:xfrm>
            <a:off x="3275757" y="6118766"/>
            <a:ext cx="4726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biometricsociety.org.au</a:t>
            </a:r>
            <a:endParaRPr lang="en-US" sz="2800" dirty="0"/>
          </a:p>
        </p:txBody>
      </p:sp>
      <p:pic>
        <p:nvPicPr>
          <p:cNvPr id="22" name="Picture 4" descr="Bluesky Logo PNG Vectors Free Download">
            <a:extLst>
              <a:ext uri="{FF2B5EF4-FFF2-40B4-BE49-F238E27FC236}">
                <a16:creationId xmlns:a16="http://schemas.microsoft.com/office/drawing/2014/main" id="{DF556294-1312-D030-D72A-CFF0C2A35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205" y="5274959"/>
            <a:ext cx="2185888" cy="21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D763159B-099E-33FF-C919-7C6F19ECF6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9729" y="5850401"/>
            <a:ext cx="847986" cy="84798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A188868-27CE-C836-7C17-9A02C7F4E556}"/>
              </a:ext>
            </a:extLst>
          </p:cNvPr>
          <p:cNvSpPr/>
          <p:nvPr/>
        </p:nvSpPr>
        <p:spPr>
          <a:xfrm>
            <a:off x="3125845" y="994452"/>
            <a:ext cx="58067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Platinum Sponsor</a:t>
            </a:r>
          </a:p>
        </p:txBody>
      </p:sp>
    </p:spTree>
    <p:extLst>
      <p:ext uri="{BB962C8B-B14F-4D97-AF65-F5344CB8AC3E}">
        <p14:creationId xmlns:p14="http://schemas.microsoft.com/office/powerpoint/2010/main" val="387246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logo&#10;&#10;AI-generated content may be incorrect.">
            <a:extLst>
              <a:ext uri="{FF2B5EF4-FFF2-40B4-BE49-F238E27FC236}">
                <a16:creationId xmlns:a16="http://schemas.microsoft.com/office/drawing/2014/main" id="{CB2818F0-2339-E305-2033-FD516D0DE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421" y="1777039"/>
            <a:ext cx="4721959" cy="2239074"/>
          </a:xfrm>
          <a:prstGeom prst="rect">
            <a:avLst/>
          </a:prstGeom>
        </p:spPr>
      </p:pic>
      <p:pic>
        <p:nvPicPr>
          <p:cNvPr id="5" name="Picture 4" descr="A green leaf on a black background&#10;&#10;AI-generated content may be incorrect.">
            <a:extLst>
              <a:ext uri="{FF2B5EF4-FFF2-40B4-BE49-F238E27FC236}">
                <a16:creationId xmlns:a16="http://schemas.microsoft.com/office/drawing/2014/main" id="{BA4F61F9-141F-98C8-B33E-F131AF5E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620" y="1712645"/>
            <a:ext cx="4622117" cy="23678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F51D75-82CA-4318-8769-B671923649EB}"/>
              </a:ext>
            </a:extLst>
          </p:cNvPr>
          <p:cNvSpPr/>
          <p:nvPr/>
        </p:nvSpPr>
        <p:spPr>
          <a:xfrm>
            <a:off x="3691495" y="643303"/>
            <a:ext cx="48090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Gold Sponsors</a:t>
            </a:r>
          </a:p>
        </p:txBody>
      </p:sp>
      <p:pic>
        <p:nvPicPr>
          <p:cNvPr id="7" name="Picture 6" descr="A blue and black logo&#10;&#10;AI-generated content may be incorrect.">
            <a:extLst>
              <a:ext uri="{FF2B5EF4-FFF2-40B4-BE49-F238E27FC236}">
                <a16:creationId xmlns:a16="http://schemas.microsoft.com/office/drawing/2014/main" id="{4B88A7EB-AFEA-2A41-1C2B-B1D6D0505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839" y="4293843"/>
            <a:ext cx="2227910" cy="17145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B80C1A-15E1-51BD-4456-A0DED1ECF941}"/>
              </a:ext>
            </a:extLst>
          </p:cNvPr>
          <p:cNvSpPr/>
          <p:nvPr/>
        </p:nvSpPr>
        <p:spPr>
          <a:xfrm>
            <a:off x="3691495" y="4293843"/>
            <a:ext cx="33471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Supporter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2668E6-1FC7-D565-A814-AE9DE6753B2F}"/>
              </a:ext>
            </a:extLst>
          </p:cNvPr>
          <p:cNvSpPr/>
          <p:nvPr/>
        </p:nvSpPr>
        <p:spPr>
          <a:xfrm>
            <a:off x="9234152" y="5928946"/>
            <a:ext cx="3060879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#BIBC2025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72A8F0-2748-75DA-015F-BE4750C27020}"/>
              </a:ext>
            </a:extLst>
          </p:cNvPr>
          <p:cNvSpPr txBox="1"/>
          <p:nvPr/>
        </p:nvSpPr>
        <p:spPr>
          <a:xfrm>
            <a:off x="3275757" y="6118766"/>
            <a:ext cx="47265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biometricsociety.org.au</a:t>
            </a:r>
            <a:endParaRPr lang="en-US" sz="2800" dirty="0"/>
          </a:p>
        </p:txBody>
      </p:sp>
      <p:pic>
        <p:nvPicPr>
          <p:cNvPr id="11" name="Picture 4" descr="Bluesky Logo PNG Vectors Free Download">
            <a:extLst>
              <a:ext uri="{FF2B5EF4-FFF2-40B4-BE49-F238E27FC236}">
                <a16:creationId xmlns:a16="http://schemas.microsoft.com/office/drawing/2014/main" id="{A59E1587-7074-08E4-17F4-D41AA4933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205" y="5274959"/>
            <a:ext cx="2185888" cy="218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FAF0E96-19C8-BE65-2E04-FD7EB517DF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729" y="5850401"/>
            <a:ext cx="847986" cy="84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34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43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Emi Tanaka</dc:creator>
  <cp:lastModifiedBy>Emi Tanaka</cp:lastModifiedBy>
  <cp:revision>4</cp:revision>
  <dcterms:created xsi:type="dcterms:W3CDTF">2025-11-20T04:57:45Z</dcterms:created>
  <dcterms:modified xsi:type="dcterms:W3CDTF">2025-11-20T05:10:35Z</dcterms:modified>
</cp:coreProperties>
</file>