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15E0-DF0F-0FCE-179D-6E85A17DD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8BAE2-903E-8A8F-149E-C18682AB1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25D08-F4B8-68DF-410A-3B971E4B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6DE8E-1C67-89ED-D1DD-77B6DA6C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FF971-A8CA-72A2-6ACB-6797B718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5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0887-9585-0807-3368-10508705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0331-0D3B-D526-790E-73ABC3729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BD462-98C2-DCB4-E3A5-471696B8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0F9F3-4347-5784-6B51-408C4BB1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05F1-5A66-9EF9-5B0E-F8C1EF89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6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F8D3-07DE-C205-4B56-8843482B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A7FD6-8F07-1E9F-C970-9249ACCC5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4A0BF-CC5A-B15C-0CA3-7E6C32507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4724D-D605-6013-4D3C-64FAB767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7FD5F-3B0E-5677-9BD4-6BC63F16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7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0F283-173B-9FE0-10AB-95C1A205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17008-1064-AACB-6B77-D13E1E4CD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78168-6571-7A1B-FBBB-F1973CF11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8DEFA-405B-8CFC-4F69-2C160F27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9D57E-F674-90CE-8DF8-21B69C9CC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139FF-3674-FA15-DC08-759E2533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83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3D91-81B4-2D85-C815-CD9F7EF8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89C96-6165-C022-DA3A-E811B6F4C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8B03B-9581-7489-A1B9-2C94861D6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4323D-9B8A-1FA7-652B-197EBF28E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75896-70B9-9989-A1C0-EC7EB559F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15627-46DF-7E7C-25EE-96853704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9C04C-DE2B-AD34-E53D-05F28DDCC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C5D38-C9FE-7976-5AEC-84C881C9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9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496D-6160-4D9A-CFB1-DCDEBD10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D8225E-3D80-B07D-9FE0-1239F081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8F514-2BD2-B0C4-2C01-514831CB3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3061-5B96-0C89-F881-030B98F5D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9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13AC3-753F-C943-2E05-78EECD7E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3DD7C-64BD-E792-8FF8-FEC59C62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0FB72-BF28-C5DD-BC0D-2A7CE8C6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3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EDB0-FB7F-F69C-646F-E372A7C59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84CA4-5B54-E608-C7CA-0E20A7152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A6F1B-9096-F29C-5541-CBFF4E725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E8E64-AD0F-8DC1-4F73-D963E99E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6DDAD-5AB4-19FC-63C3-D8B8AC8C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0D963-0678-2B4E-39C3-C5EBDC2D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0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A208-6ABA-9DE2-2988-F1841CFF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8A0C6-9545-624D-0D4C-67CD87E95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65B9E-961E-071D-14B3-CC15E907B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60DE1-0A14-3117-59EA-35529608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4A694-379A-4284-188F-2726A0F3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B9A2-225E-5533-ABA8-CB351EEA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4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544F-BD9D-6252-838B-8CDABA1E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6A769-4F15-230B-4B64-CC8CF0D21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D70F8-A7DE-3318-8CA3-C258FC97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88D39-DB0D-3854-D7BD-565EDAB0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7920C-3FAC-5D5C-E825-18221D46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7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5FEC80-1450-0AA1-0DA2-3B048EC57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6CC88-C7F4-A820-95C3-6CD0CC896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D23F6-12F3-6045-B423-0A524237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48A77-6F7C-4693-63FA-D815230DD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41F2A-406C-8906-7F53-16CB4F47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9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BCB09-F7CA-9698-3EAE-ABFBCDA68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FDCAE-19DC-33E3-8FC6-AD59F987E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D7725-79EF-5EEC-5013-985EA9646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E4963-4DE9-6A4A-8995-A41D70D81A68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57AEA-D6AC-1B75-DB59-1DD64D26A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66CD3-238F-3F00-EF3F-BA224B4EA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CF94F-8454-8D4C-818B-70AFA33A8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9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ving Farm | LinkedIn">
            <a:extLst>
              <a:ext uri="{FF2B5EF4-FFF2-40B4-BE49-F238E27FC236}">
                <a16:creationId xmlns:a16="http://schemas.microsoft.com/office/drawing/2014/main" id="{DD2472DD-F636-B96D-F8E2-A464CE44D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055" y="3008456"/>
            <a:ext cx="2063835" cy="206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0D1CFE27-84CA-20EB-BB51-75B02D9A0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332" y="2154342"/>
            <a:ext cx="1905000" cy="901700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947EC7F-2612-2D8C-1B45-4BD786B79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53" y="775669"/>
            <a:ext cx="3175000" cy="1054100"/>
          </a:xfrm>
          <a:prstGeom prst="rect">
            <a:avLst/>
          </a:prstGeom>
        </p:spPr>
      </p:pic>
      <p:pic>
        <p:nvPicPr>
          <p:cNvPr id="9" name="Picture 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08F55EC-DADF-9118-F756-8D17FA364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01" y="239811"/>
            <a:ext cx="3071752" cy="535858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E33D4336-BA6B-4764-28A9-A4A9EE6F3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332" y="239811"/>
            <a:ext cx="1270000" cy="1270000"/>
          </a:xfrm>
          <a:prstGeom prst="rect">
            <a:avLst/>
          </a:prstGeom>
        </p:spPr>
      </p:pic>
      <p:pic>
        <p:nvPicPr>
          <p:cNvPr id="15" name="Picture 14" descr="A logo with green and orange circles&#10;&#10;AI-generated content may be incorrect.">
            <a:extLst>
              <a:ext uri="{FF2B5EF4-FFF2-40B4-BE49-F238E27FC236}">
                <a16:creationId xmlns:a16="http://schemas.microsoft.com/office/drawing/2014/main" id="{2CF9B81F-7ECB-25FB-23D2-9F50772948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443" y="3802307"/>
            <a:ext cx="1905000" cy="1657786"/>
          </a:xfrm>
          <a:prstGeom prst="rect">
            <a:avLst/>
          </a:prstGeom>
        </p:spPr>
      </p:pic>
      <p:pic>
        <p:nvPicPr>
          <p:cNvPr id="17" name="Picture 16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2CB381A3-1F32-912D-B365-299936F81B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946" y="2154342"/>
            <a:ext cx="2707739" cy="1070501"/>
          </a:xfrm>
          <a:prstGeom prst="rect">
            <a:avLst/>
          </a:prstGeom>
        </p:spPr>
      </p:pic>
      <p:pic>
        <p:nvPicPr>
          <p:cNvPr id="21" name="Picture 20" descr="A black background with blue text and a black circle with a bird&#10;&#10;AI-generated content may be incorrect.">
            <a:extLst>
              <a:ext uri="{FF2B5EF4-FFF2-40B4-BE49-F238E27FC236}">
                <a16:creationId xmlns:a16="http://schemas.microsoft.com/office/drawing/2014/main" id="{442F3A8D-DBF7-2DDF-375A-E0D24251E0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4686" y="4752333"/>
            <a:ext cx="2592946" cy="165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84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Zhanglong Cao</dc:creator>
  <cp:lastModifiedBy>Zhanglong Cao</cp:lastModifiedBy>
  <cp:revision>1</cp:revision>
  <dcterms:created xsi:type="dcterms:W3CDTF">2025-11-22T13:31:36Z</dcterms:created>
  <dcterms:modified xsi:type="dcterms:W3CDTF">2025-11-22T13:34:40Z</dcterms:modified>
</cp:coreProperties>
</file>